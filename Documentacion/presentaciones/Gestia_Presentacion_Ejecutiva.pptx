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inteligente de servicios de campo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486400" cy="0"/>
          </a:xfrm>
          <a:prstGeom prst="line">
            <a:avLst/>
          </a:prstGeom>
          <a:noFill/>
          <a:ln w="25400">
            <a:solidFill>
              <a:srgbClr val="00B5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operación de mantenimiento bajo control total: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ventas, técnicos en campo, SLA y facturación en una sola plataforma.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EB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Mafort Service S.A.C.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46304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74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1.  El desafío operativo actual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874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2.  Gestia de un vistazo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3.  Impacto medible — antes y después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27889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4.  El flujo completo de punta a punta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77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5.  Recorrido por las pantallas del sistema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384048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977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6.  Diferenciales competitivos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29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7.  Arquitectura y seguridad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489204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1F5F9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5029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4"/>
                </a:solidFill>
              </a:rPr>
              <a:t>8.  Siguientes pasos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El desafío operativo actual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3774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2926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27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Fichas técnicas en papel autocopiativo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926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13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Técnicos sin conexión durante 20+ días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2926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99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Transcripción manual a Word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2926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685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Facturación con ~30 días de retraso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343400"/>
            <a:ext cx="2926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3708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Fotos sueltas en celulares del personal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5029200"/>
            <a:ext cx="2926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056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Sin trazabilidad ni indicadores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Un proceso 100% manual, sin visibilidad en tiempo real y con dinero atascado en papel.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Gestia de un vistazo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37744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64208"/>
            <a:ext cx="237744" cy="237744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609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Formularios digitales desde tablet/móvil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350008"/>
            <a:ext cx="237744" cy="237744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951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Soporte offline completo con auto-sincronización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035808"/>
            <a:ext cx="237744" cy="237744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9809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Informes DOCX/PDF automáticos de alta fidelidad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721608"/>
            <a:ext cx="237744" cy="237744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6667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Flujo campo → revisión → firma → facturación en horas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407408"/>
            <a:ext cx="237744" cy="237744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43525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Registro fotográfico estructurado por potencia kVA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5093208"/>
            <a:ext cx="237744" cy="237744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5038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KPIs, pipeline Kanban, alertas SLA y Copiloto 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DEBDC"/>
                </a:solidFill>
              </a:rPr>
              <a:t>Una plataforma única que digitaliza todo el ciclo de vida de la OT.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Impacto medible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377440" cy="73152"/>
          </a:xfrm>
          <a:prstGeom prst="rect">
            <a:avLst/>
          </a:prstGeom>
          <a:solidFill>
            <a:srgbClr val="00B594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424160" cy="384048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manual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Gestia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BD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 de servicio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días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de facturación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 días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tras firma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Trazabilidad del proceso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auditada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Transcritos a mano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Automáticos 10 págs.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Conectividad en campo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conexión 20+ días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con sync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El flujo completo, de punta a punta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92608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34"/>
                </a:solidFill>
              </a:rPr>
              <a:t>VENTAS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2514600"/>
            <a:ext cx="201168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5728" y="30175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34"/>
                </a:solidFill>
              </a:rPr>
              <a:t>GESTIÓN 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67328" y="3429000"/>
            <a:ext cx="201168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68496" y="21031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8496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34"/>
                </a:solidFill>
              </a:rPr>
              <a:t>OPERACIONES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0096" y="2514600"/>
            <a:ext cx="201168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1264" y="30175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34"/>
                </a:solidFill>
              </a:rPr>
              <a:t>TÉCNICO EN CAMPO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12864" y="3429000"/>
            <a:ext cx="201168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4032" y="21031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34"/>
                </a:solidFill>
              </a:rPr>
              <a:t>SUPERVISOR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85632" y="2514600"/>
            <a:ext cx="201168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30175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00B594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0" y="3429000"/>
            <a:ext cx="201168" cy="0"/>
          </a:xfrm>
          <a:prstGeom prst="line">
            <a:avLst/>
          </a:prstGeom>
          <a:noFill/>
          <a:ln w="19050">
            <a:solidFill>
              <a:srgbClr val="00B5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59568" y="2103120"/>
            <a:ext cx="1371600" cy="822960"/>
          </a:xfrm>
          <a:prstGeom prst="roundRect">
            <a:avLst>
              <a:gd name="adj" fmla="val 16667"/>
            </a:avLst>
          </a:prstGeom>
          <a:solidFill>
            <a:srgbClr val="BDEBDC"/>
          </a:solidFill>
          <a:ln w="9525">
            <a:solidFill>
              <a:srgbClr val="00B5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9568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34"/>
                </a:solidFill>
              </a:rPr>
              <a:t>FACTURACIÓN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Acceso seguro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0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 único punto de entrada con autenticación JWT y control por rol.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Dashboard en tiempo real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KPIs por rol, pipeline Kanban, alertas SLA, carga de técnicos y Copiloto IA.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Comercial — CRM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2-comercial-c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Clientes, contratos comerciales, adendas y equipos vinculados.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Gestión de OTs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3-gestion-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Órdenes de trabajo con SLA, 10 estados, vista tabla y Kanban.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Operaciones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4-opera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Planificación de visitas y monitoreo de técnicos en campo.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Inventario de Equipos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5-inventario-equip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Catálogo con historial de servicios y alertas de próximo mantenimiento.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Portal del Técnico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6-tecnico-camp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Bandeja de visitas y wizard de informe técnico de 10 pasos, offline.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Portal de Supervisión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7-supervi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Revisión, aprobación y observación de reportes con historial.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Portal de Ventas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8-portal-vent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Seguimiento comercial, facturación y reportes PDF/DOCX.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Portal del Cliente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09-portal-clien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Firma digital de conformidad en canvas multi-touch.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Administración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0-administra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Usuarios, roles, módulos permitidos y auditoría.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Contratos comerciales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1-contrat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Listado de contratos con vigencia, responsable, consumo/saldo y estado.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Ficha del contrato y adendas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2-contrato-detalle-adend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Detalle del contrato con historial de ampliaciones que incrementan el presupuesto.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Registro de adenda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3-adenda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Formulario para ampliar un contrato: monto, vigencia, comentarios y equipos adicionales.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Informe técnico — Resumen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4-informe-tecnico-resum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Visualización del reporte del técnico con datos, mediciones y evidencias.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Informe técnico — Vista impresa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5-informe-tecnico-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Previsualización del documento corporativo de 10 páginas tal como se imprime.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3B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Gestia · Guía interactiva de onboarding</a:t>
            </a:r>
            <a:endParaRPr lang="en-US" sz="1800" dirty="0"/>
          </a:p>
        </p:txBody>
      </p:sp>
      <p:pic>
        <p:nvPicPr>
          <p:cNvPr id="4" name="Image 0" descr="C:\Informes Mafort IA\Documentacion\presentaciones\capturas\16-guia-interacti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8869680" cy="5486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097280"/>
            <a:ext cx="2286000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00B5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4"/>
                </a:solidFill>
              </a:rPr>
              <a:t>Valor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84080" y="182880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Tour guiado interactivo (Driver.js) que resalta paso a paso los módulos del sistema y acelera la adopción de cada nuevo usuario.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Diferenciales que marcan la diferencia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74320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100% Offline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Trabajo continuo sin señal, con sync automático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96596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933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Wizard inteligente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Informes de 10 pasos validados por potencia kVA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9933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Firma digital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Conformidad del cliente en pizarra multi-touch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96596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9933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2124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PDF/DOCX corporativo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0" y="24688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Documento de 10 páginas al formato oficial Mafort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096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Copiloto IA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Consultas en lenguaje natural sobre datos reales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406908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096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51960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SLA automatizado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57600" y="4572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Alertas tempranas de incumplimiento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84048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06908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096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Guía interactiva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92240" y="4572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Tour guiado que acelera la adopción de cada usuario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840480"/>
            <a:ext cx="2606040" cy="18288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BDEB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4069080"/>
            <a:ext cx="457200" cy="457200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41" name="Text 39"/>
          <p:cNvSpPr/>
          <p:nvPr/>
        </p:nvSpPr>
        <p:spPr>
          <a:xfrm>
            <a:off x="9326880" y="40965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921240" y="4069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4"/>
                </a:solidFill>
              </a:rPr>
              <a:t>Soporte VIP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326880" y="4572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Onboarding y acompañamiento en la puesta en marcha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Arquitectura y seguridad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743200" cy="73152"/>
          </a:xfrm>
          <a:prstGeom prst="rect">
            <a:avLst/>
          </a:prstGeom>
          <a:solidFill>
            <a:srgbClr val="00B59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219456" cy="219456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276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Cloud AWS: Elastic Beanstalk + S3 + RDS PostgreSQL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19456" cy="219456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591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Autenticación JWT con control de acceso por rol (RBAC)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219456" cy="219456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0906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Datos cifrados en reposo y en tránsito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219456" cy="219456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82219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PWA instalable en móviles y tablets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219456" cy="219456"/>
          </a:xfrm>
          <a:prstGeom prst="ellipse">
            <a:avLst/>
          </a:prstGeom>
          <a:solidFill>
            <a:srgbClr val="00B594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5537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EBDC"/>
                </a:solidFill>
              </a:rPr>
              <a:t>Infraestructura como código (Terraform) y CI/CD automático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B5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Listos para transformar la operación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Agendemos una demostración en vivo y una prueba piloto con tus propios datos.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89120" y="4114800"/>
            <a:ext cx="3383280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0" y="42793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34"/>
                </a:solidFill>
              </a:rPr>
              <a:t>Solicitar demostración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806A"/>
                </a:solidFill>
              </a:rPr>
              <a:t>Mafort Service S.A.C.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Mafort Service S.A.C.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Gestia — Presentación Ejecutiva</dc:title>
  <dc:subject>PptxGenJS Presentation</dc:subject>
  <dc:creator>Mafort Service S.A.C.</dc:creator>
  <cp:lastModifiedBy>Mafort Service S.A.C.</cp:lastModifiedBy>
  <cp:revision>1</cp:revision>
  <dcterms:created xsi:type="dcterms:W3CDTF">2026-08-16T03:19:13Z</dcterms:created>
  <dcterms:modified xsi:type="dcterms:W3CDTF">2026-08-16T03:19:13Z</dcterms:modified>
</cp:coreProperties>
</file>